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github.com/lina-educantabria" TargetMode="External" Type="http://schemas.openxmlformats.org/officeDocument/2006/relationships/hyperlink"/><Relationship Id="rId6" Target="https://github.com/Ossel18" TargetMode="External" Type="http://schemas.openxmlformats.org/officeDocument/2006/relationships/hyperlink"/><Relationship Id="rId7" Target="https://github.com/RFCDAW1" TargetMode="External" Type="http://schemas.openxmlformats.org/officeDocument/2006/relationships/hyperlink"/><Relationship Id="rId8" Target="https://github.com/tiimurr" TargetMode="External" Type="http://schemas.openxmlformats.org/officeDocument/2006/relationships/hyperlink"/><Relationship Id="rId9" Target="https://github.com/CristianPlatero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jpe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jpeg" Type="http://schemas.openxmlformats.org/officeDocument/2006/relationships/image"/><Relationship Id="rId6" Target="../media/image3.pn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68697" y="3522959"/>
            <a:ext cx="15550605" cy="2496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5"/>
              </a:lnSpc>
              <a:spcBef>
                <a:spcPct val="0"/>
              </a:spcBef>
            </a:pPr>
            <a:r>
              <a:rPr lang="en-US" b="true" sz="138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RETO DAW1 25/26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27982" y="2424190"/>
            <a:ext cx="6950186" cy="1228375"/>
            <a:chOff x="0" y="0"/>
            <a:chExt cx="9266915" cy="1637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37834" cy="1637834"/>
            </a:xfrm>
            <a:custGeom>
              <a:avLst/>
              <a:gdLst/>
              <a:ahLst/>
              <a:cxnLst/>
              <a:rect r="r" b="b" t="t" l="l"/>
              <a:pathLst>
                <a:path h="1637834" w="1637834">
                  <a:moveTo>
                    <a:pt x="0" y="0"/>
                  </a:moveTo>
                  <a:lnTo>
                    <a:pt x="1637834" y="0"/>
                  </a:lnTo>
                  <a:lnTo>
                    <a:pt x="1637834" y="1637834"/>
                  </a:lnTo>
                  <a:lnTo>
                    <a:pt x="0" y="1637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877798" y="287228"/>
              <a:ext cx="7389117" cy="968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41"/>
                </a:lnSpc>
                <a:spcBef>
                  <a:spcPct val="0"/>
                </a:spcBef>
              </a:pPr>
              <a:r>
                <a:rPr lang="en-US" sz="4387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27982" y="6476603"/>
            <a:ext cx="6232035" cy="2239107"/>
            <a:chOff x="0" y="0"/>
            <a:chExt cx="8309380" cy="298547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309380" cy="2985476"/>
              <a:chOff x="0" y="0"/>
              <a:chExt cx="1346121" cy="48364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46121" cy="483648"/>
              </a:xfrm>
              <a:custGeom>
                <a:avLst/>
                <a:gdLst/>
                <a:ahLst/>
                <a:cxnLst/>
                <a:rect r="r" b="b" t="t" l="l"/>
                <a:pathLst>
                  <a:path h="483648" w="1346121">
                    <a:moveTo>
                      <a:pt x="151474" y="0"/>
                    </a:moveTo>
                    <a:lnTo>
                      <a:pt x="1194647" y="0"/>
                    </a:lnTo>
                    <a:cubicBezTo>
                      <a:pt x="1234820" y="0"/>
                      <a:pt x="1273348" y="15959"/>
                      <a:pt x="1301755" y="44366"/>
                    </a:cubicBezTo>
                    <a:cubicBezTo>
                      <a:pt x="1330162" y="72773"/>
                      <a:pt x="1346121" y="111301"/>
                      <a:pt x="1346121" y="151474"/>
                    </a:cubicBezTo>
                    <a:lnTo>
                      <a:pt x="1346121" y="332173"/>
                    </a:lnTo>
                    <a:cubicBezTo>
                      <a:pt x="1346121" y="415830"/>
                      <a:pt x="1278303" y="483648"/>
                      <a:pt x="1194647" y="483648"/>
                    </a:cubicBezTo>
                    <a:lnTo>
                      <a:pt x="151474" y="483648"/>
                    </a:lnTo>
                    <a:cubicBezTo>
                      <a:pt x="67817" y="483648"/>
                      <a:pt x="0" y="415830"/>
                      <a:pt x="0" y="332173"/>
                    </a:cubicBezTo>
                    <a:lnTo>
                      <a:pt x="0" y="151474"/>
                    </a:lnTo>
                    <a:cubicBezTo>
                      <a:pt x="0" y="67817"/>
                      <a:pt x="67817" y="0"/>
                      <a:pt x="151474" y="0"/>
                    </a:cubicBezTo>
                    <a:close/>
                  </a:path>
                </a:pathLst>
              </a:custGeom>
              <a:solidFill>
                <a:srgbClr val="4ADED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346121" cy="5312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12626" y="309116"/>
              <a:ext cx="7562000" cy="2676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7"/>
                </a:lnSpc>
              </a:pPr>
              <a:r>
                <a:rPr lang="en-US" sz="1940" spc="508" u="sng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  <a:hlinkClick r:id="rId5" tooltip="https://github.com/lina-educantabria"/>
                </a:rPr>
                <a:t>@LINA-EDUCANTABRIA</a:t>
              </a:r>
            </a:p>
            <a:p>
              <a:pPr algn="ctr">
                <a:lnSpc>
                  <a:spcPts val="2717"/>
                </a:lnSpc>
              </a:pPr>
              <a:r>
                <a:rPr lang="en-US" sz="1940" spc="508" u="sng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  <a:hlinkClick r:id="rId6" tooltip="https://github.com/Ossel18"/>
                </a:rPr>
                <a:t>@OSSEL18</a:t>
              </a:r>
            </a:p>
            <a:p>
              <a:pPr algn="ctr">
                <a:lnSpc>
                  <a:spcPts val="2717"/>
                </a:lnSpc>
              </a:pPr>
              <a:r>
                <a:rPr lang="en-US" sz="1940" spc="508" u="sng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  <a:hlinkClick r:id="rId7" tooltip="https://github.com/RFCDAW1"/>
                </a:rPr>
                <a:t>@RFCDAW1</a:t>
              </a:r>
            </a:p>
            <a:p>
              <a:pPr algn="ctr">
                <a:lnSpc>
                  <a:spcPts val="2717"/>
                </a:lnSpc>
              </a:pPr>
              <a:r>
                <a:rPr lang="en-US" sz="1940" spc="508" u="sng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  <a:hlinkClick r:id="rId8" tooltip="https://github.com/tiimurr"/>
                </a:rPr>
                <a:t>@TIIMURR</a:t>
              </a:r>
            </a:p>
            <a:p>
              <a:pPr algn="ctr">
                <a:lnSpc>
                  <a:spcPts val="2717"/>
                </a:lnSpc>
              </a:pPr>
              <a:r>
                <a:rPr lang="en-US" sz="1940" spc="508" u="sng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  <a:hlinkClick r:id="rId9" tooltip="https://github.com/CristianPlatero"/>
                </a:rPr>
                <a:t>@CRISTIANPLATERO</a:t>
              </a:r>
              <a:r>
                <a:rPr lang="en-US" sz="1940" spc="508">
                  <a:solidFill>
                    <a:srgbClr val="120052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  <a:p>
              <a:pPr algn="ctr">
                <a:lnSpc>
                  <a:spcPts val="271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7306" y="3456610"/>
            <a:ext cx="7345156" cy="3976156"/>
            <a:chOff x="0" y="0"/>
            <a:chExt cx="6269449" cy="33938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69449" cy="3393843"/>
            </a:xfrm>
            <a:custGeom>
              <a:avLst/>
              <a:gdLst/>
              <a:ahLst/>
              <a:cxnLst/>
              <a:rect r="r" b="b" t="t" l="l"/>
              <a:pathLst>
                <a:path h="3393843" w="6269449">
                  <a:moveTo>
                    <a:pt x="0" y="2884766"/>
                  </a:moveTo>
                  <a:lnTo>
                    <a:pt x="0" y="509076"/>
                  </a:lnTo>
                  <a:cubicBezTo>
                    <a:pt x="0" y="227387"/>
                    <a:pt x="168021" y="0"/>
                    <a:pt x="376167" y="0"/>
                  </a:cubicBezTo>
                  <a:lnTo>
                    <a:pt x="5893282" y="0"/>
                  </a:lnTo>
                  <a:cubicBezTo>
                    <a:pt x="6101428" y="0"/>
                    <a:pt x="6269449" y="227387"/>
                    <a:pt x="6269449" y="509076"/>
                  </a:cubicBezTo>
                  <a:lnTo>
                    <a:pt x="6269449" y="2884766"/>
                  </a:lnTo>
                  <a:cubicBezTo>
                    <a:pt x="6269449" y="3166455"/>
                    <a:pt x="6101428" y="3393843"/>
                    <a:pt x="5893282" y="3393843"/>
                  </a:cubicBezTo>
                  <a:lnTo>
                    <a:pt x="376167" y="3393843"/>
                  </a:lnTo>
                  <a:cubicBezTo>
                    <a:pt x="168021" y="3393843"/>
                    <a:pt x="0" y="3166455"/>
                    <a:pt x="0" y="2884766"/>
                  </a:cubicBezTo>
                  <a:close/>
                </a:path>
              </a:pathLst>
            </a:custGeom>
            <a:blipFill>
              <a:blip r:embed="rId4"/>
              <a:stretch>
                <a:fillRect l="0" t="-2732" r="0" b="-273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40664" y="3408985"/>
            <a:ext cx="2415938" cy="47625"/>
            <a:chOff x="0" y="0"/>
            <a:chExt cx="63629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13735" y="6796121"/>
            <a:ext cx="7330265" cy="1788262"/>
          </a:xfrm>
          <a:custGeom>
            <a:avLst/>
            <a:gdLst/>
            <a:ahLst/>
            <a:cxnLst/>
            <a:rect r="r" b="b" t="t" l="l"/>
            <a:pathLst>
              <a:path h="1788262" w="7330265">
                <a:moveTo>
                  <a:pt x="0" y="0"/>
                </a:moveTo>
                <a:lnTo>
                  <a:pt x="7330265" y="0"/>
                </a:lnTo>
                <a:lnTo>
                  <a:pt x="7330265" y="1788263"/>
                </a:lnTo>
                <a:lnTo>
                  <a:pt x="0" y="1788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40664" y="2233702"/>
            <a:ext cx="5869309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QUIENES SOMOS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40664" y="4400099"/>
            <a:ext cx="5985518" cy="12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Alumnos de 1' del Ciclo Fromativo Grado Superior de Desarrollo de Aplicaciones Web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5036" y="3356531"/>
            <a:ext cx="2593238" cy="3530194"/>
            <a:chOff x="0" y="0"/>
            <a:chExt cx="3457651" cy="470692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80875" y="0"/>
              <a:ext cx="3295902" cy="3295888"/>
              <a:chOff x="0" y="0"/>
              <a:chExt cx="6350000" cy="63499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78003" y="3626448"/>
              <a:ext cx="3101645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4ADE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LINA IVELINOVA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257133"/>
              <a:ext cx="3457651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y Diseño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36031" y="2823862"/>
            <a:ext cx="2415938" cy="47625"/>
            <a:chOff x="0" y="0"/>
            <a:chExt cx="636296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05832" y="3356531"/>
            <a:ext cx="2593281" cy="3530243"/>
            <a:chOff x="0" y="0"/>
            <a:chExt cx="3457708" cy="470699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0876" y="0"/>
              <a:ext cx="3295956" cy="3295943"/>
              <a:chOff x="0" y="0"/>
              <a:chExt cx="6350000" cy="634997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78006" y="3626508"/>
              <a:ext cx="3101696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4ADE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RUBÉN FERNÁNDEZ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57198"/>
              <a:ext cx="345770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y Diseño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46767" y="3356531"/>
            <a:ext cx="2593281" cy="3530243"/>
            <a:chOff x="0" y="0"/>
            <a:chExt cx="3457708" cy="470699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80876" y="0"/>
              <a:ext cx="3295956" cy="3295943"/>
              <a:chOff x="0" y="0"/>
              <a:chExt cx="6350000" cy="634997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78006" y="3626508"/>
              <a:ext cx="3101696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4ADE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TIMUR ASECOV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257198"/>
              <a:ext cx="345770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y Diseño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87702" y="3356531"/>
            <a:ext cx="2593281" cy="3530243"/>
            <a:chOff x="0" y="0"/>
            <a:chExt cx="3457708" cy="470699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876" y="0"/>
              <a:ext cx="3295956" cy="3295943"/>
              <a:chOff x="0" y="0"/>
              <a:chExt cx="6350000" cy="634997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78006" y="3626508"/>
              <a:ext cx="3101696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4ADE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OSSEL SANTAMARÍA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4257198"/>
              <a:ext cx="345770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y Diseño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28638" y="3356531"/>
            <a:ext cx="2593281" cy="3530243"/>
            <a:chOff x="0" y="0"/>
            <a:chExt cx="3457708" cy="470699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80876" y="0"/>
              <a:ext cx="3295956" cy="3295943"/>
              <a:chOff x="0" y="0"/>
              <a:chExt cx="6350000" cy="634997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178006" y="3626508"/>
              <a:ext cx="3101696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4ADED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CRISTIAN PLATERO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4257198"/>
              <a:ext cx="345770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Desarrollo y Diseño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443527" y="1648579"/>
            <a:ext cx="7400946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 TEAM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09426" y="2174111"/>
            <a:ext cx="5938801" cy="5938777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38997" r="0" b="-3899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1645" y="4115719"/>
            <a:ext cx="2055562" cy="20555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96854" y="4683451"/>
            <a:ext cx="425144" cy="425144"/>
          </a:xfrm>
          <a:custGeom>
            <a:avLst/>
            <a:gdLst/>
            <a:ahLst/>
            <a:cxnLst/>
            <a:rect r="r" b="b" t="t" l="l"/>
            <a:pathLst>
              <a:path h="425144" w="425144">
                <a:moveTo>
                  <a:pt x="0" y="0"/>
                </a:moveTo>
                <a:lnTo>
                  <a:pt x="425144" y="0"/>
                </a:lnTo>
                <a:lnTo>
                  <a:pt x="425144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088746" y="2126486"/>
            <a:ext cx="2415938" cy="47625"/>
            <a:chOff x="0" y="0"/>
            <a:chExt cx="636296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0148" y="5144913"/>
            <a:ext cx="1058556" cy="45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9"/>
              </a:lnSpc>
              <a:spcBef>
                <a:spcPct val="0"/>
              </a:spcBef>
            </a:pPr>
            <a:r>
              <a:rPr lang="en-US" b="true" sz="2692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88746" y="951203"/>
            <a:ext cx="5813095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62817" y="4342636"/>
            <a:ext cx="6961200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Dos desarrolladores, un teclado: driver escribe, navigator revisa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aplica durante los sprints en tareas complejas o críticas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 errores y mejora la calidad del código en tiempo real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Distribuye el conocimiento técnico entre el equipo (menos bus factor)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Refuerza valores SCRUM: colaboración, transparencia y mejora continua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Acelera la integración de nuevos miembros al equipo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366594" y="2402711"/>
            <a:ext cx="6964536" cy="157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SCRUM </a:t>
            </a:r>
          </a:p>
          <a:p>
            <a:pPr algn="ctr">
              <a:lnSpc>
                <a:spcPts val="3999"/>
              </a:lnSpc>
            </a:pPr>
            <a:r>
              <a:rPr lang="en-US" sz="3999" spc="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</a:t>
            </a:r>
          </a:p>
          <a:p>
            <a:pPr algn="ctr">
              <a:lnSpc>
                <a:spcPts val="3999"/>
              </a:lnSpc>
            </a:pPr>
            <a:r>
              <a:rPr lang="en-US" sz="3999" spc="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Pair Pr</a:t>
            </a:r>
            <a:r>
              <a:rPr lang="en-US" sz="3999" spc="1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ogramming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3934" y="3697686"/>
            <a:ext cx="7276693" cy="2910677"/>
            <a:chOff x="0" y="0"/>
            <a:chExt cx="635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4"/>
              <a:stretch>
                <a:fillRect l="0" t="-39804" r="-219995" b="-81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17373" y="3697686"/>
            <a:ext cx="7276693" cy="2910677"/>
            <a:chOff x="0" y="0"/>
            <a:chExt cx="6350000" cy="254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5"/>
              <a:stretch>
                <a:fillRect l="0" t="-54282" r="0" b="-4117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936031" y="2823862"/>
            <a:ext cx="2415938" cy="47625"/>
            <a:chOff x="0" y="0"/>
            <a:chExt cx="63629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36552" y="1648579"/>
            <a:ext cx="981489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 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9505" y="7379889"/>
            <a:ext cx="11208991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taller del Departamento de Informática del IES Miguel Herrero Pereda es un espacio compartido por todos los ciclos formativos del departamento (ASIR, DAM, DAW y SMR), donde se realizan prácticas con una amplia variedad de componentes hardware, herramientas y material fungible. Actualmente la gestión de este material se realiza de forma manual, lo que dificulta su inventariado, localización y control.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39702"/>
            <a:ext cx="3936379" cy="5904569"/>
            <a:chOff x="0" y="0"/>
            <a:chExt cx="6350000" cy="952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37244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00297" y="2666706"/>
            <a:ext cx="3936379" cy="5904569"/>
            <a:chOff x="0" y="0"/>
            <a:chExt cx="6350000" cy="952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146232" t="0" r="-22620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77107" y="3318431"/>
            <a:ext cx="2415938" cy="47625"/>
            <a:chOff x="0" y="0"/>
            <a:chExt cx="63629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77107" y="4273801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77107" y="6413979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77107" y="2162198"/>
            <a:ext cx="6265539" cy="87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NUESTRA SOLUCIÓN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7927" y="444979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7927" y="658997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4228" y="3556556"/>
            <a:ext cx="2980008" cy="54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74228" y="4226176"/>
            <a:ext cx="42097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MYSQL (Base de Datos)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FIREWALL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74228" y="6366354"/>
            <a:ext cx="382815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 SSH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FIREWALL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APACHE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JDK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MYSQL CLIENT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ESCRITORIO XFCE4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039702"/>
            <a:ext cx="3936379" cy="5904569"/>
            <a:chOff x="0" y="0"/>
            <a:chExt cx="6350000" cy="952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229423" t="0" r="-14301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00297" y="2666706"/>
            <a:ext cx="4842655" cy="5904569"/>
            <a:chOff x="0" y="0"/>
            <a:chExt cx="7811967" cy="952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1967" cy="9525000"/>
            </a:xfrm>
            <a:custGeom>
              <a:avLst/>
              <a:gdLst/>
              <a:ahLst/>
              <a:cxnLst/>
              <a:rect r="r" b="b" t="t" l="l"/>
              <a:pathLst>
                <a:path h="9525000" w="7811967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65607" y="0"/>
                    <a:pt x="593709" y="0"/>
                  </a:cubicBezTo>
                  <a:lnTo>
                    <a:pt x="7218257" y="0"/>
                  </a:lnTo>
                  <a:cubicBezTo>
                    <a:pt x="7546360" y="0"/>
                    <a:pt x="7811967" y="217170"/>
                    <a:pt x="7811967" y="482600"/>
                  </a:cubicBezTo>
                  <a:lnTo>
                    <a:pt x="7811967" y="9042400"/>
                  </a:lnTo>
                  <a:cubicBezTo>
                    <a:pt x="7811967" y="9309100"/>
                    <a:pt x="7546360" y="9525000"/>
                    <a:pt x="7218257" y="9525000"/>
                  </a:cubicBezTo>
                  <a:lnTo>
                    <a:pt x="593709" y="9525000"/>
                  </a:lnTo>
                  <a:cubicBezTo>
                    <a:pt x="267169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288709" t="-3956" r="-23639" b="-341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77107" y="3318431"/>
            <a:ext cx="2415938" cy="47625"/>
            <a:chOff x="0" y="0"/>
            <a:chExt cx="636296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77107" y="4273801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77107" y="6413979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77107" y="2162198"/>
            <a:ext cx="6265539" cy="87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NUESTRA SOLUCIÓN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74228" y="4226176"/>
            <a:ext cx="42097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MYSQL (Base de Datos)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FIREWALL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7927" y="444979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4228" y="6366354"/>
            <a:ext cx="382815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 SSH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FIREWALL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APACHE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JDK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MYSQL CLIENT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ESCRITORIO XFCE4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67927" y="658997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74228" y="3556556"/>
            <a:ext cx="2980008" cy="54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533730" y="2460441"/>
            <a:ext cx="5366140" cy="5366119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25301" y="2252986"/>
            <a:ext cx="5781029" cy="57810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032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32745" y="2460441"/>
            <a:ext cx="5366140" cy="5366119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91986" y="3483324"/>
            <a:ext cx="2415938" cy="47625"/>
            <a:chOff x="0" y="0"/>
            <a:chExt cx="636296" cy="12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986" y="4438694"/>
            <a:ext cx="677751" cy="6777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91986" y="5793751"/>
            <a:ext cx="677751" cy="67775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1986" y="7148809"/>
            <a:ext cx="677751" cy="67775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91986" y="1523069"/>
            <a:ext cx="5296198" cy="195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NUESTRO PRODUCTO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89106" y="4431083"/>
            <a:ext cx="3983971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Aplicación de escritorio Java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82806" y="461469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89106" y="5786140"/>
            <a:ext cx="3634181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Interfaz Swing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2806" y="596974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89106" y="7141197"/>
            <a:ext cx="4299078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Listado y Edición del Inventario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82806" y="732480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46773" y="3932991"/>
            <a:ext cx="5150488" cy="5643677"/>
            <a:chOff x="0" y="0"/>
            <a:chExt cx="4794863" cy="52539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94863" cy="5253998"/>
            </a:xfrm>
            <a:custGeom>
              <a:avLst/>
              <a:gdLst/>
              <a:ahLst/>
              <a:cxnLst/>
              <a:rect r="r" b="b" t="t" l="l"/>
              <a:pathLst>
                <a:path h="5253998" w="4794863">
                  <a:moveTo>
                    <a:pt x="4315377" y="5253998"/>
                  </a:moveTo>
                  <a:lnTo>
                    <a:pt x="479486" y="5253998"/>
                  </a:lnTo>
                  <a:cubicBezTo>
                    <a:pt x="214810" y="5253998"/>
                    <a:pt x="0" y="5018619"/>
                    <a:pt x="0" y="4728599"/>
                  </a:cubicBezTo>
                  <a:lnTo>
                    <a:pt x="0" y="525400"/>
                  </a:lnTo>
                  <a:cubicBezTo>
                    <a:pt x="0" y="235379"/>
                    <a:pt x="214810" y="0"/>
                    <a:pt x="479486" y="0"/>
                  </a:cubicBezTo>
                  <a:lnTo>
                    <a:pt x="4315377" y="0"/>
                  </a:lnTo>
                  <a:cubicBezTo>
                    <a:pt x="4580053" y="0"/>
                    <a:pt x="4794863" y="235379"/>
                    <a:pt x="4794863" y="525400"/>
                  </a:cubicBezTo>
                  <a:lnTo>
                    <a:pt x="4794863" y="4728599"/>
                  </a:lnTo>
                  <a:cubicBezTo>
                    <a:pt x="4794863" y="5018619"/>
                    <a:pt x="4580053" y="5253998"/>
                    <a:pt x="4315377" y="5253998"/>
                  </a:cubicBezTo>
                  <a:close/>
                </a:path>
              </a:pathLst>
            </a:custGeom>
            <a:blipFill>
              <a:blip r:embed="rId4"/>
              <a:stretch>
                <a:fillRect l="-3209" t="0" r="-320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00510" y="3202271"/>
            <a:ext cx="2415938" cy="47625"/>
            <a:chOff x="0" y="0"/>
            <a:chExt cx="63629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00510" y="2026988"/>
            <a:ext cx="694262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NUESTO PRODUCTO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9108" y="1877597"/>
            <a:ext cx="6735719" cy="7380703"/>
            <a:chOff x="0" y="0"/>
            <a:chExt cx="4794863" cy="52539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4863" cy="5253998"/>
            </a:xfrm>
            <a:custGeom>
              <a:avLst/>
              <a:gdLst/>
              <a:ahLst/>
              <a:cxnLst/>
              <a:rect r="r" b="b" t="t" l="l"/>
              <a:pathLst>
                <a:path h="5253998" w="4794863">
                  <a:moveTo>
                    <a:pt x="4315377" y="5253998"/>
                  </a:moveTo>
                  <a:lnTo>
                    <a:pt x="479486" y="5253998"/>
                  </a:lnTo>
                  <a:cubicBezTo>
                    <a:pt x="214810" y="5253998"/>
                    <a:pt x="0" y="5018619"/>
                    <a:pt x="0" y="4728599"/>
                  </a:cubicBezTo>
                  <a:lnTo>
                    <a:pt x="0" y="525400"/>
                  </a:lnTo>
                  <a:cubicBezTo>
                    <a:pt x="0" y="235379"/>
                    <a:pt x="214810" y="0"/>
                    <a:pt x="479486" y="0"/>
                  </a:cubicBezTo>
                  <a:lnTo>
                    <a:pt x="4315377" y="0"/>
                  </a:lnTo>
                  <a:cubicBezTo>
                    <a:pt x="4580053" y="0"/>
                    <a:pt x="4794863" y="235379"/>
                    <a:pt x="4794863" y="525400"/>
                  </a:cubicBezTo>
                  <a:lnTo>
                    <a:pt x="4794863" y="4728599"/>
                  </a:lnTo>
                  <a:cubicBezTo>
                    <a:pt x="4794863" y="5018619"/>
                    <a:pt x="4580053" y="5253998"/>
                    <a:pt x="4315377" y="5253998"/>
                  </a:cubicBezTo>
                  <a:close/>
                </a:path>
              </a:pathLst>
            </a:custGeom>
            <a:blipFill>
              <a:blip r:embed="rId5"/>
              <a:stretch>
                <a:fillRect l="-41535" t="0" r="-5326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308906"/>
            <a:ext cx="2415938" cy="47625"/>
            <a:chOff x="0" y="0"/>
            <a:chExt cx="636296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58067" y="2286023"/>
            <a:ext cx="7061236" cy="4740298"/>
            <a:chOff x="0" y="0"/>
            <a:chExt cx="3783631" cy="254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3631" cy="2540000"/>
            </a:xfrm>
            <a:custGeom>
              <a:avLst/>
              <a:gdLst/>
              <a:ahLst/>
              <a:cxnLst/>
              <a:rect r="r" b="b" t="t" l="l"/>
              <a:pathLst>
                <a:path h="2540000" w="3783631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01401" y="0"/>
                    <a:pt x="227018" y="0"/>
                  </a:cubicBezTo>
                  <a:lnTo>
                    <a:pt x="3556613" y="0"/>
                  </a:lnTo>
                  <a:cubicBezTo>
                    <a:pt x="3682230" y="0"/>
                    <a:pt x="3783631" y="170180"/>
                    <a:pt x="3783631" y="381000"/>
                  </a:cubicBezTo>
                  <a:lnTo>
                    <a:pt x="3783631" y="2159000"/>
                  </a:lnTo>
                  <a:cubicBezTo>
                    <a:pt x="3783631" y="2369820"/>
                    <a:pt x="3682230" y="2540000"/>
                    <a:pt x="3556613" y="2540000"/>
                  </a:cubicBezTo>
                  <a:lnTo>
                    <a:pt x="227018" y="2540000"/>
                  </a:lnTo>
                  <a:cubicBezTo>
                    <a:pt x="101401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4"/>
              <a:stretch>
                <a:fillRect l="-191" t="0" r="-19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30007" y="4327207"/>
            <a:ext cx="7061236" cy="4740298"/>
            <a:chOff x="0" y="0"/>
            <a:chExt cx="3783631" cy="254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83631" cy="2540000"/>
            </a:xfrm>
            <a:custGeom>
              <a:avLst/>
              <a:gdLst/>
              <a:ahLst/>
              <a:cxnLst/>
              <a:rect r="r" b="b" t="t" l="l"/>
              <a:pathLst>
                <a:path h="2540000" w="3783631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01401" y="0"/>
                    <a:pt x="227018" y="0"/>
                  </a:cubicBezTo>
                  <a:lnTo>
                    <a:pt x="3556613" y="0"/>
                  </a:lnTo>
                  <a:cubicBezTo>
                    <a:pt x="3682230" y="0"/>
                    <a:pt x="3783631" y="170180"/>
                    <a:pt x="3783631" y="381000"/>
                  </a:cubicBezTo>
                  <a:lnTo>
                    <a:pt x="3783631" y="2159000"/>
                  </a:lnTo>
                  <a:cubicBezTo>
                    <a:pt x="3783631" y="2369820"/>
                    <a:pt x="3682230" y="2540000"/>
                    <a:pt x="3556613" y="2540000"/>
                  </a:cubicBezTo>
                  <a:lnTo>
                    <a:pt x="227018" y="2540000"/>
                  </a:lnTo>
                  <a:cubicBezTo>
                    <a:pt x="101401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5"/>
              <a:stretch>
                <a:fillRect l="-191" t="0" r="-19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2133623"/>
            <a:ext cx="6942622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NUESTO PRODUCTO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27369" y="4385936"/>
            <a:ext cx="7982052" cy="798205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5928" y="2027474"/>
            <a:ext cx="9405681" cy="7183589"/>
            <a:chOff x="0" y="0"/>
            <a:chExt cx="12540908" cy="95781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40908" cy="9578118"/>
            </a:xfrm>
            <a:custGeom>
              <a:avLst/>
              <a:gdLst/>
              <a:ahLst/>
              <a:cxnLst/>
              <a:rect r="r" b="b" t="t" l="l"/>
              <a:pathLst>
                <a:path h="9578118" w="12540908">
                  <a:moveTo>
                    <a:pt x="0" y="0"/>
                  </a:moveTo>
                  <a:lnTo>
                    <a:pt x="12540908" y="0"/>
                  </a:lnTo>
                  <a:lnTo>
                    <a:pt x="12540908" y="9578118"/>
                  </a:lnTo>
                  <a:lnTo>
                    <a:pt x="0" y="957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309485" y="317743"/>
              <a:ext cx="11945591" cy="6385322"/>
              <a:chOff x="0" y="0"/>
              <a:chExt cx="1735233" cy="92754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35233" cy="927541"/>
              </a:xfrm>
              <a:custGeom>
                <a:avLst/>
                <a:gdLst/>
                <a:ahLst/>
                <a:cxnLst/>
                <a:rect r="r" b="b" t="t" l="l"/>
                <a:pathLst>
                  <a:path h="927541" w="1735233">
                    <a:moveTo>
                      <a:pt x="0" y="0"/>
                    </a:moveTo>
                    <a:lnTo>
                      <a:pt x="1735233" y="0"/>
                    </a:lnTo>
                    <a:lnTo>
                      <a:pt x="1735233" y="927541"/>
                    </a:lnTo>
                    <a:lnTo>
                      <a:pt x="0" y="927541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2615" r="0" b="-2615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11395063" y="3349101"/>
            <a:ext cx="2415938" cy="47625"/>
            <a:chOff x="0" y="0"/>
            <a:chExt cx="636296" cy="12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395063" y="2192867"/>
            <a:ext cx="6786793" cy="87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b="true" sz="4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NUESTRO PRODUCTO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95063" y="3930115"/>
            <a:ext cx="6601442" cy="3378307"/>
            <a:chOff x="0" y="0"/>
            <a:chExt cx="8801923" cy="45044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75520"/>
              <a:ext cx="575265" cy="575265"/>
            </a:xfrm>
            <a:custGeom>
              <a:avLst/>
              <a:gdLst/>
              <a:ahLst/>
              <a:cxnLst/>
              <a:rect r="r" b="b" t="t" l="l"/>
              <a:pathLst>
                <a:path h="575265" w="575265">
                  <a:moveTo>
                    <a:pt x="0" y="0"/>
                  </a:moveTo>
                  <a:lnTo>
                    <a:pt x="575265" y="0"/>
                  </a:lnTo>
                  <a:lnTo>
                    <a:pt x="575265" y="575265"/>
                  </a:lnTo>
                  <a:lnTo>
                    <a:pt x="0" y="575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3929145"/>
              <a:ext cx="575265" cy="575265"/>
            </a:xfrm>
            <a:custGeom>
              <a:avLst/>
              <a:gdLst/>
              <a:ahLst/>
              <a:cxnLst/>
              <a:rect r="r" b="b" t="t" l="l"/>
              <a:pathLst>
                <a:path h="575265" w="575265">
                  <a:moveTo>
                    <a:pt x="0" y="0"/>
                  </a:moveTo>
                  <a:lnTo>
                    <a:pt x="575265" y="0"/>
                  </a:lnTo>
                  <a:lnTo>
                    <a:pt x="575265" y="575265"/>
                  </a:lnTo>
                  <a:lnTo>
                    <a:pt x="0" y="575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8567" y="0"/>
              <a:ext cx="516698" cy="516698"/>
            </a:xfrm>
            <a:custGeom>
              <a:avLst/>
              <a:gdLst/>
              <a:ahLst/>
              <a:cxnLst/>
              <a:rect r="r" b="b" t="t" l="l"/>
              <a:pathLst>
                <a:path h="516698" w="516698">
                  <a:moveTo>
                    <a:pt x="0" y="0"/>
                  </a:moveTo>
                  <a:lnTo>
                    <a:pt x="516698" y="0"/>
                  </a:lnTo>
                  <a:lnTo>
                    <a:pt x="516698" y="516698"/>
                  </a:lnTo>
                  <a:lnTo>
                    <a:pt x="0" y="51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8567" y="2670770"/>
              <a:ext cx="551573" cy="551573"/>
            </a:xfrm>
            <a:custGeom>
              <a:avLst/>
              <a:gdLst/>
              <a:ahLst/>
              <a:cxnLst/>
              <a:rect r="r" b="b" t="t" l="l"/>
              <a:pathLst>
                <a:path h="551573" w="551573">
                  <a:moveTo>
                    <a:pt x="0" y="0"/>
                  </a:moveTo>
                  <a:lnTo>
                    <a:pt x="551574" y="0"/>
                  </a:lnTo>
                  <a:lnTo>
                    <a:pt x="551574" y="551573"/>
                  </a:lnTo>
                  <a:lnTo>
                    <a:pt x="0" y="5515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989145" y="8496"/>
              <a:ext cx="5720473" cy="50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6"/>
                </a:lnSpc>
                <a:spcBef>
                  <a:spcPct val="0"/>
                </a:spcBef>
              </a:pPr>
              <a:r>
                <a:rPr lang="en-US" sz="229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SEGURIDAD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43218" y="1285353"/>
              <a:ext cx="5720473" cy="50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6"/>
                </a:lnSpc>
                <a:spcBef>
                  <a:spcPct val="0"/>
                </a:spcBef>
              </a:pPr>
              <a:r>
                <a:rPr lang="en-US" sz="229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INVENTARIO WEB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043218" y="2623145"/>
              <a:ext cx="5720473" cy="50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6"/>
                </a:lnSpc>
                <a:spcBef>
                  <a:spcPct val="0"/>
                </a:spcBef>
              </a:pPr>
              <a:r>
                <a:rPr lang="en-US" sz="229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IMPORTACIÓN  TXT/CSV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43218" y="3968066"/>
              <a:ext cx="7758705" cy="50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6"/>
                </a:lnSpc>
                <a:spcBef>
                  <a:spcPct val="0"/>
                </a:spcBef>
              </a:pPr>
              <a:r>
                <a:rPr lang="en-US" sz="229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VERSION ESCRITORIO / SERVIDOR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75827" y="1586621"/>
            <a:ext cx="6072805" cy="9109207"/>
            <a:chOff x="0" y="0"/>
            <a:chExt cx="6350000" cy="952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62500" t="0" r="-6250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68168" y="3771260"/>
            <a:ext cx="2415938" cy="47625"/>
            <a:chOff x="0" y="0"/>
            <a:chExt cx="63629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78300" y="5072511"/>
            <a:ext cx="677751" cy="67775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09214" y="5072511"/>
            <a:ext cx="677751" cy="6777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70071" y="7027049"/>
            <a:ext cx="677751" cy="67775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68168" y="2188546"/>
            <a:ext cx="7165700" cy="139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4"/>
              </a:lnSpc>
              <a:spcBef>
                <a:spcPct val="0"/>
              </a:spcBef>
            </a:pPr>
            <a:r>
              <a:rPr lang="en-US" b="true" sz="775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HOJA DE RUTA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75421" y="5083949"/>
            <a:ext cx="213766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REFORZAR LA SEGURIDAD DE LA BASE DE DATOS Y PÁGINA WEB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69120" y="5238983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06334" y="5083949"/>
            <a:ext cx="213766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EXPORTACIÓN DE PDF Y XML (XLST)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00034" y="5238983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60891" y="7193522"/>
            <a:ext cx="496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703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49298" y="6998474"/>
            <a:ext cx="213766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MEJORAS Y NUEVAS FUNCIONALIDADES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77666">
            <a:off x="8443658" y="5370633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941020">
            <a:off x="-3526188" y="-6405116"/>
            <a:ext cx="11751190" cy="9550513"/>
          </a:xfrm>
          <a:custGeom>
            <a:avLst/>
            <a:gdLst/>
            <a:ahLst/>
            <a:cxnLst/>
            <a:rect r="r" b="b" t="t" l="l"/>
            <a:pathLst>
              <a:path h="9550513" w="11751190">
                <a:moveTo>
                  <a:pt x="0" y="0"/>
                </a:moveTo>
                <a:lnTo>
                  <a:pt x="11751190" y="0"/>
                </a:lnTo>
                <a:lnTo>
                  <a:pt x="11751190" y="9550513"/>
                </a:lnTo>
                <a:lnTo>
                  <a:pt x="0" y="955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81857" y="8291827"/>
            <a:ext cx="106143" cy="966473"/>
            <a:chOff x="0" y="0"/>
            <a:chExt cx="626900" cy="5708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6900" cy="5708159"/>
            </a:xfrm>
            <a:custGeom>
              <a:avLst/>
              <a:gdLst/>
              <a:ahLst/>
              <a:cxnLst/>
              <a:rect r="r" b="b" t="t" l="l"/>
              <a:pathLst>
                <a:path h="5708159" w="626900">
                  <a:moveTo>
                    <a:pt x="0" y="0"/>
                  </a:moveTo>
                  <a:lnTo>
                    <a:pt x="626900" y="0"/>
                  </a:lnTo>
                  <a:lnTo>
                    <a:pt x="626900" y="5708159"/>
                  </a:lnTo>
                  <a:lnTo>
                    <a:pt x="0" y="5708159"/>
                  </a:ln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26900" cy="5755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59882" y="6042758"/>
            <a:ext cx="3301713" cy="65086"/>
            <a:chOff x="0" y="0"/>
            <a:chExt cx="636296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6296" cy="12543"/>
            </a:xfrm>
            <a:custGeom>
              <a:avLst/>
              <a:gdLst/>
              <a:ahLst/>
              <a:cxnLst/>
              <a:rect r="r" b="b" t="t" l="l"/>
              <a:pathLst>
                <a:path h="12543" w="636296">
                  <a:moveTo>
                    <a:pt x="6272" y="0"/>
                  </a:moveTo>
                  <a:lnTo>
                    <a:pt x="630025" y="0"/>
                  </a:lnTo>
                  <a:cubicBezTo>
                    <a:pt x="631688" y="0"/>
                    <a:pt x="633283" y="661"/>
                    <a:pt x="634460" y="1837"/>
                  </a:cubicBezTo>
                  <a:cubicBezTo>
                    <a:pt x="635636" y="3013"/>
                    <a:pt x="636296" y="4608"/>
                    <a:pt x="636296" y="6272"/>
                  </a:cubicBezTo>
                  <a:lnTo>
                    <a:pt x="636296" y="6272"/>
                  </a:lnTo>
                  <a:cubicBezTo>
                    <a:pt x="636296" y="7935"/>
                    <a:pt x="635636" y="9530"/>
                    <a:pt x="634460" y="10706"/>
                  </a:cubicBezTo>
                  <a:cubicBezTo>
                    <a:pt x="633283" y="11882"/>
                    <a:pt x="631688" y="12543"/>
                    <a:pt x="63002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4ADE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36296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59882" y="3883881"/>
            <a:ext cx="8568235" cy="189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3"/>
              </a:lnSpc>
              <a:spcBef>
                <a:spcPct val="0"/>
              </a:spcBef>
            </a:pPr>
            <a:r>
              <a:rPr lang="en-US" b="true" sz="10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¡GRACIAS!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0361" y="540361"/>
            <a:ext cx="5546084" cy="976677"/>
            <a:chOff x="0" y="0"/>
            <a:chExt cx="7394779" cy="13022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2236" cy="1302236"/>
            </a:xfrm>
            <a:custGeom>
              <a:avLst/>
              <a:gdLst/>
              <a:ahLst/>
              <a:cxnLst/>
              <a:rect r="r" b="b" t="t" l="l"/>
              <a:pathLst>
                <a:path h="1302236" w="1302236">
                  <a:moveTo>
                    <a:pt x="0" y="0"/>
                  </a:moveTo>
                  <a:lnTo>
                    <a:pt x="1302236" y="0"/>
                  </a:lnTo>
                  <a:lnTo>
                    <a:pt x="1302236" y="1302236"/>
                  </a:lnTo>
                  <a:lnTo>
                    <a:pt x="0" y="130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519716" y="246957"/>
              <a:ext cx="5875064" cy="751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83"/>
                </a:lnSpc>
                <a:spcBef>
                  <a:spcPct val="0"/>
                </a:spcBef>
              </a:pPr>
              <a:r>
                <a:rPr lang="en-US" sz="348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equipoTRES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DAHKT2HseQE</dc:identifier>
  <dcterms:modified xsi:type="dcterms:W3CDTF">2011-08-01T06:04:30Z</dcterms:modified>
  <cp:revision>1</cp:revision>
  <dc:title>equipoTRES</dc:title>
</cp:coreProperties>
</file>